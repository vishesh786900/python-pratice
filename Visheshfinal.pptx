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3238" y="1767254"/>
            <a:ext cx="8141677" cy="509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83577" y="1777980"/>
            <a:ext cx="8247185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700" b="1" dirty="0">
                <a:solidFill>
                  <a:srgbClr val="000000"/>
                </a:solidFill>
                <a:latin typeface="Times New Roman" panose="02020603050405020304"/>
              </a:rPr>
              <a:t>“Inventory Stock Analysis System”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62" y="3622431"/>
            <a:ext cx="2532184" cy="325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729762" y="3622431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Vishesh Shrikhande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762" y="3991763"/>
            <a:ext cx="1274884" cy="325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720969" y="3991763"/>
            <a:ext cx="148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[CM25124]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C1AAF-B52D-9254-A6A9-E24C657762EA}"/>
              </a:ext>
            </a:extLst>
          </p:cNvPr>
          <p:cNvSpPr txBox="1"/>
          <p:nvPr/>
        </p:nvSpPr>
        <p:spPr>
          <a:xfrm>
            <a:off x="6128239" y="791308"/>
            <a:ext cx="65942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7726679" cy="2286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Problem statement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Objectives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Algorithm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Flowchart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Understanding of Python logic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Graphical representation and working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GitHub account, repository &amp; collaboration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Individual contribution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rPr dirty="0"/>
              <a:t>• Result / expected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4069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Manual inventory tracking can be time-consuming and error-prone.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It can be difficult to know the current stock of each item quickly.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Sales must be recorded and deducted from available stock.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Low-stock items need to be identified before they run out.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Restocking should update the available quantity correctly.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The project demonstrates a simple inventory system using Python lists, loops and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251145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simple </a:t>
            </a:r>
            <a:r>
              <a:rPr lang="en-IN" b="1" dirty="0"/>
              <a:t>Inventory Stock Analysis System</a:t>
            </a:r>
            <a:r>
              <a:rPr lang="en-IN" dirty="0"/>
              <a:t> using Python arrays/lists.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maintain and track the </a:t>
            </a:r>
            <a:r>
              <a:rPr lang="en-IN" b="1" dirty="0"/>
              <a:t>stock levels</a:t>
            </a:r>
            <a:r>
              <a:rPr lang="en-IN" dirty="0"/>
              <a:t> of different items.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record </a:t>
            </a:r>
            <a:r>
              <a:rPr lang="en-IN" b="1" dirty="0"/>
              <a:t>sales</a:t>
            </a:r>
            <a:r>
              <a:rPr lang="en-IN" dirty="0"/>
              <a:t> and automatically update the available stock.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provide </a:t>
            </a:r>
            <a:r>
              <a:rPr lang="en-IN" b="1" dirty="0"/>
              <a:t>restocking</a:t>
            </a:r>
            <a:r>
              <a:rPr lang="en-IN" dirty="0"/>
              <a:t> functionality for inventory items.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identify items that reach or fall below their </a:t>
            </a:r>
            <a:r>
              <a:rPr lang="en-IN" b="1" dirty="0"/>
              <a:t>reorder level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generate </a:t>
            </a:r>
            <a:r>
              <a:rPr lang="en-IN" b="1" dirty="0"/>
              <a:t>item-wise summaries</a:t>
            </a:r>
            <a:r>
              <a:rPr lang="en-IN" dirty="0"/>
              <a:t> showing stock, units sold, and total sales.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understand the practical use of </a:t>
            </a:r>
            <a:r>
              <a:rPr lang="en-IN" b="1" dirty="0"/>
              <a:t>arrays, loops, conditional statements, and user input</a:t>
            </a:r>
            <a:r>
              <a:rPr lang="en-IN" dirty="0"/>
              <a:t> in Python.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180" y="731520"/>
            <a:ext cx="8597900" cy="5634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21" y="492370"/>
            <a:ext cx="3257796" cy="52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718820"/>
            <a:ext cx="4879340" cy="564769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– INVENTORY MANAGEMENT SYSTEM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the program.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Initialize item, stock, sales, price, and reorder lists.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the menu with 9 options.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Read the user's choice.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inventory details when choice is 1.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Sell an item and update stock and sales when choice is 2.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Add stock when choice is 3.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Display stock alerts when choice is 4.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Calculate item-wise sales when choice is 5.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Search and display item details when choice is 6.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Calculate total inventory value when choice is 7.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Calculate total revenue when choice is 8.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Exit the program when choice is 9.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Display an error for invalid choices.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Repeat until the user selects Exit.</a:t>
            </a:r>
          </a:p>
          <a:p>
            <a:pPr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End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flow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" y="727710"/>
            <a:ext cx="8910320" cy="5686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777240"/>
            <a:ext cx="8138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Box 5"/>
          <p:cNvSpPr txBox="1"/>
          <p:nvPr/>
        </p:nvSpPr>
        <p:spPr>
          <a:xfrm rot="16200000">
            <a:off x="1764665" y="-704850"/>
            <a:ext cx="5659755" cy="8604250"/>
          </a:xfrm>
          <a:prstGeom prst="rect">
            <a:avLst/>
          </a:prstGeom>
          <a:noFill/>
        </p:spPr>
        <p:txBody>
          <a:bodyPr vert="eaVert" wrap="square" numCol="3" spcCol="0" rtlCol="0">
            <a:noAutofit/>
          </a:bodyPr>
          <a:lstStyle/>
          <a:p>
            <a:r>
              <a:rPr lang="en-US" altLang="en-US" sz="1000" b="1"/>
              <a:t>items=["Laptop","Mouse","Keyboard","Monitor","Printer"]</a:t>
            </a:r>
          </a:p>
          <a:p>
            <a:r>
              <a:rPr lang="en-US" altLang="en-US" sz="1000" b="1"/>
              <a:t>stock=[15,50,30,10,8]</a:t>
            </a:r>
          </a:p>
          <a:p>
            <a:r>
              <a:rPr lang="en-US" altLang="en-US" sz="1000" b="1"/>
              <a:t>sales=[0,0,0,0,0]</a:t>
            </a:r>
          </a:p>
          <a:p>
            <a:r>
              <a:rPr lang="en-US" altLang="en-US" sz="1000" b="1"/>
              <a:t>price=[55000,800,1500,12000,9000]</a:t>
            </a:r>
          </a:p>
          <a:p>
            <a:r>
              <a:rPr lang="en-US" altLang="en-US" sz="1000" b="1"/>
              <a:t>reorder=[5,10,8,3,2]</a:t>
            </a:r>
          </a:p>
          <a:p>
            <a:endParaRPr lang="en-US" altLang="en-US" sz="1000" b="1"/>
          </a:p>
          <a:p>
            <a:r>
              <a:rPr lang="en-US" altLang="en-US" sz="1000" b="1"/>
              <a:t>while True:</a:t>
            </a:r>
          </a:p>
          <a:p>
            <a:r>
              <a:rPr lang="en-US" altLang="en-US" sz="1000" b="1"/>
              <a:t>    print("\n===== INVENTORY SYSTEM =====")</a:t>
            </a:r>
          </a:p>
          <a:p>
            <a:r>
              <a:rPr lang="en-US" altLang="en-US" sz="1000" b="1"/>
              <a:t>    print("1. Show Inventory")</a:t>
            </a:r>
          </a:p>
          <a:p>
            <a:r>
              <a:rPr lang="en-US" altLang="en-US" sz="1000" b="1"/>
              <a:t>    print("2. Sell Item")</a:t>
            </a:r>
          </a:p>
          <a:p>
            <a:r>
              <a:rPr lang="en-US" altLang="en-US" sz="1000" b="1"/>
              <a:t>    print("3. Restock Item")</a:t>
            </a:r>
          </a:p>
          <a:p>
            <a:r>
              <a:rPr lang="en-US" altLang="en-US" sz="1000" b="1"/>
              <a:t>    print("4. Stock Alert")</a:t>
            </a:r>
          </a:p>
          <a:p>
            <a:r>
              <a:rPr lang="en-US" altLang="en-US" sz="1000" b="1"/>
              <a:t>    print("5. Item Summary")</a:t>
            </a:r>
          </a:p>
          <a:p>
            <a:r>
              <a:rPr lang="en-US" altLang="en-US" sz="1000" b="1"/>
              <a:t>    print("6. Search Item")</a:t>
            </a:r>
          </a:p>
          <a:p>
            <a:r>
              <a:rPr lang="en-US" altLang="en-US" sz="1000" b="1"/>
              <a:t>    print("7. Total Inventory Value")</a:t>
            </a:r>
          </a:p>
          <a:p>
            <a:r>
              <a:rPr lang="en-US" altLang="en-US" sz="1000" b="1"/>
              <a:t>    print("8. Total Revenue")</a:t>
            </a:r>
          </a:p>
          <a:p>
            <a:r>
              <a:rPr lang="en-US" altLang="en-US" sz="1000" b="1"/>
              <a:t>    print("9. Exit")</a:t>
            </a:r>
          </a:p>
          <a:p>
            <a:endParaRPr lang="en-US" altLang="en-US" sz="1000" b="1"/>
          </a:p>
          <a:p>
            <a:r>
              <a:rPr lang="en-US" altLang="en-US" sz="1000" b="1"/>
              <a:t>    choice=int(input("Enter your choice: "))</a:t>
            </a:r>
          </a:p>
          <a:p>
            <a:endParaRPr lang="en-US" altLang="en-US" sz="1000" b="1"/>
          </a:p>
          <a:p>
            <a:r>
              <a:rPr lang="en-US" altLang="en-US" sz="1000" b="1"/>
              <a:t>    if choice==1:</a:t>
            </a:r>
          </a:p>
          <a:p>
            <a:r>
              <a:rPr lang="en-US" altLang="en-US" sz="1000" b="1"/>
              <a:t>        print("\nItem\t\tStock\tSold\tPrice")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print(items[i],"\t",stock[i],"\t",sales[i],"\t",price[i])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choice==2:</a:t>
            </a:r>
          </a:p>
          <a:p>
            <a:r>
              <a:rPr lang="en-US" altLang="en-US" sz="1000" b="1"/>
              <a:t>        print("\nItems:")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print(i+1,".",items[i])</a:t>
            </a:r>
          </a:p>
          <a:p>
            <a:r>
              <a:rPr lang="en-US" altLang="en-US" sz="1000" b="1"/>
              <a:t>        item=int(input("Enter item number: "))-1</a:t>
            </a:r>
          </a:p>
          <a:p>
            <a:r>
              <a:rPr lang="en-US" altLang="en-US" sz="1000" b="1"/>
              <a:t>        quantity=int(input("Enter quantity sold: "))</a:t>
            </a:r>
          </a:p>
          <a:p>
            <a:r>
              <a:rPr lang="en-US" altLang="en-US" sz="1000" b="1"/>
              <a:t>        if item&gt;=0 and item&lt;len(items):</a:t>
            </a:r>
          </a:p>
          <a:p>
            <a:r>
              <a:rPr lang="en-US" altLang="en-US" sz="1000" b="1"/>
              <a:t>            if quantity&lt;=stock[item]:</a:t>
            </a:r>
          </a:p>
          <a:p>
            <a:r>
              <a:rPr lang="en-US" altLang="en-US" sz="1000" b="1"/>
              <a:t>                stock[item]-=quantity</a:t>
            </a:r>
          </a:p>
          <a:p>
            <a:r>
              <a:rPr lang="en-US" altLang="en-US" sz="1000" b="1"/>
              <a:t>                sales[item]+=quantity</a:t>
            </a:r>
          </a:p>
          <a:p>
            <a:r>
              <a:rPr lang="en-US" altLang="en-US" sz="1000" b="1"/>
              <a:t>                print("Item sold successfully!")</a:t>
            </a:r>
          </a:p>
          <a:p>
            <a:r>
              <a:rPr lang="en-US" altLang="en-US" sz="1000" b="1"/>
              <a:t>            else:</a:t>
            </a:r>
          </a:p>
          <a:p>
            <a:r>
              <a:rPr lang="en-US" altLang="en-US" sz="1000" b="1"/>
              <a:t>                print("Not enough stock!")</a:t>
            </a:r>
          </a:p>
          <a:p>
            <a:r>
              <a:rPr lang="en-US" altLang="en-US" sz="1000" b="1"/>
              <a:t>        else:</a:t>
            </a:r>
          </a:p>
          <a:p>
            <a:r>
              <a:rPr lang="en-US" altLang="en-US" sz="1000" b="1"/>
              <a:t>            print("Invalid item number!")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choice==3:</a:t>
            </a:r>
          </a:p>
          <a:p>
            <a:r>
              <a:rPr lang="en-US" altLang="en-US" sz="1000" b="1"/>
              <a:t>        print("\nItems:")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print(i+1,".",items[i])</a:t>
            </a:r>
          </a:p>
          <a:p>
            <a:r>
              <a:rPr lang="en-US" altLang="en-US" sz="1000" b="1"/>
              <a:t>        item=int(input("Enter item number: "))-1</a:t>
            </a:r>
          </a:p>
          <a:p>
            <a:r>
              <a:rPr lang="en-US" altLang="en-US" sz="1000" b="1"/>
              <a:t>        quantity=int(input("Enter quantity to add: "))</a:t>
            </a:r>
          </a:p>
          <a:p>
            <a:r>
              <a:rPr lang="en-US" altLang="en-US" sz="1000" b="1"/>
              <a:t>        if item&gt;=0 and item&lt;len(items):</a:t>
            </a:r>
          </a:p>
          <a:p>
            <a:r>
              <a:rPr lang="en-US" altLang="en-US" sz="1000" b="1"/>
              <a:t>            stock[item]+=quantity</a:t>
            </a:r>
          </a:p>
          <a:p>
            <a:r>
              <a:rPr lang="en-US" altLang="en-US" sz="1000" b="1"/>
              <a:t>            print("Item restocked successfully!")</a:t>
            </a:r>
          </a:p>
          <a:p>
            <a:r>
              <a:rPr lang="en-US" altLang="en-US" sz="1000" b="1"/>
              <a:t>        else:</a:t>
            </a:r>
          </a:p>
          <a:p>
            <a:r>
              <a:rPr lang="en-US" altLang="en-US" sz="1000" b="1"/>
              <a:t>            print("Invalid item number!")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choice==4:</a:t>
            </a:r>
          </a:p>
          <a:p>
            <a:r>
              <a:rPr lang="en-US" altLang="en-US" sz="1000" b="1"/>
              <a:t>        print("\n===== STOCK ALERT =====")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if stock[i]&lt;=reorder[i]:</a:t>
            </a:r>
          </a:p>
          <a:p>
            <a:r>
              <a:rPr lang="en-US" altLang="en-US" sz="1000" b="1"/>
              <a:t>                print(items[i],"needs restocking!")</a:t>
            </a:r>
          </a:p>
          <a:p>
            <a:r>
              <a:rPr lang="en-US" altLang="en-US" sz="1000" b="1"/>
              <a:t>            else:</a:t>
            </a:r>
          </a:p>
          <a:p>
            <a:r>
              <a:rPr lang="en-US" altLang="en-US" sz="1000" b="1"/>
              <a:t>                print(items[i],"stock is OK.")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choice==5:</a:t>
            </a:r>
          </a:p>
          <a:p>
            <a:r>
              <a:rPr lang="en-US" altLang="en-US" sz="1000" b="1"/>
              <a:t>        print("\n===== ITEM SUMMARY =====")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total=sales[i]*price[i]</a:t>
            </a:r>
          </a:p>
          <a:p>
            <a:r>
              <a:rPr lang="en-US" altLang="en-US" sz="1000" b="1"/>
              <a:t>            print("\nItem:",items[i])</a:t>
            </a:r>
          </a:p>
          <a:p>
            <a:r>
              <a:rPr lang="en-US" altLang="en-US" sz="1000" b="1"/>
              <a:t>            print("Current Stock:",stock[i])</a:t>
            </a:r>
          </a:p>
          <a:p>
            <a:r>
              <a:rPr lang="en-US" altLang="en-US" sz="1000" b="1"/>
              <a:t>            print("Items Sold:",sales[i])</a:t>
            </a:r>
          </a:p>
          <a:p>
            <a:r>
              <a:rPr lang="en-US" altLang="en-US" sz="1000" b="1"/>
              <a:t>            print("Total Sales: ₹",total)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choice==6:</a:t>
            </a:r>
          </a:p>
          <a:p>
            <a:r>
              <a:rPr lang="en-US" altLang="en-US" sz="1000" b="1"/>
              <a:t>        search=input("Enter item name: ")</a:t>
            </a:r>
          </a:p>
          <a:p>
            <a:r>
              <a:rPr lang="en-US" altLang="en-US" sz="1000" b="1"/>
              <a:t>        found=False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if search.lower()==items[i].lower():</a:t>
            </a:r>
          </a:p>
          <a:p>
            <a:r>
              <a:rPr lang="en-US" altLang="en-US" sz="1000" b="1"/>
              <a:t>                print("\nItem Found!")</a:t>
            </a:r>
          </a:p>
          <a:p>
            <a:r>
              <a:rPr lang="en-US" altLang="en-US" sz="1000" b="1"/>
              <a:t>                print("Item:",items[i])</a:t>
            </a:r>
          </a:p>
          <a:p>
            <a:r>
              <a:rPr lang="en-US" altLang="en-US" sz="1000" b="1"/>
              <a:t>                print("Stock:",stock[i])</a:t>
            </a:r>
          </a:p>
          <a:p>
            <a:r>
              <a:rPr lang="en-US" altLang="en-US" sz="1000" b="1"/>
              <a:t>                print("Sold:",sales[i])</a:t>
            </a:r>
          </a:p>
          <a:p>
            <a:r>
              <a:rPr lang="en-US" altLang="en-US" sz="1000" b="1"/>
              <a:t>                print("Price: ₹",price[i])</a:t>
            </a:r>
          </a:p>
          <a:p>
            <a:r>
              <a:rPr lang="en-US" altLang="en-US" sz="1000" b="1"/>
              <a:t>                found=True</a:t>
            </a:r>
          </a:p>
          <a:p>
            <a:r>
              <a:rPr lang="en-US" altLang="en-US" sz="1000" b="1"/>
              <a:t>        if found==False:</a:t>
            </a:r>
          </a:p>
          <a:p>
            <a:r>
              <a:rPr lang="en-US" altLang="en-US" sz="1000" b="1"/>
              <a:t>            print("Item not found!")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choice==7:</a:t>
            </a:r>
          </a:p>
          <a:p>
            <a:r>
              <a:rPr lang="en-US" altLang="en-US" sz="1000" b="1"/>
              <a:t>        total_value=0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total_value+=stock[i]*price[i]</a:t>
            </a:r>
          </a:p>
          <a:p>
            <a:r>
              <a:rPr lang="en-US" altLang="en-US" sz="1000" b="1"/>
              <a:t>        print("\nTotal Inventory Value: ₹",total_value)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choice==8:</a:t>
            </a:r>
          </a:p>
          <a:p>
            <a:r>
              <a:rPr lang="en-US" altLang="en-US" sz="1000" b="1"/>
              <a:t>        total_revenue=0</a:t>
            </a:r>
          </a:p>
          <a:p>
            <a:r>
              <a:rPr lang="en-US" altLang="en-US" sz="1000" b="1"/>
              <a:t>        for i in range(len(items)):</a:t>
            </a:r>
          </a:p>
          <a:p>
            <a:r>
              <a:rPr lang="en-US" altLang="en-US" sz="1000" b="1"/>
              <a:t>            total_revenue+=sales[i]*price[i]</a:t>
            </a:r>
          </a:p>
          <a:p>
            <a:r>
              <a:rPr lang="en-US" altLang="en-US" sz="1000" b="1"/>
              <a:t>        print("\nTotal Revenue: ₹",total_revenue)</a:t>
            </a:r>
          </a:p>
          <a:p>
            <a:endParaRPr lang="en-US" altLang="en-US" sz="1000" b="1"/>
          </a:p>
          <a:p>
            <a:r>
              <a:rPr lang="en-US" altLang="en-US" sz="1000" b="1"/>
              <a:t>    elif choice==9:</a:t>
            </a:r>
          </a:p>
          <a:p>
            <a:r>
              <a:rPr lang="en-US" altLang="en-US" sz="1000" b="1"/>
              <a:t>        print("Thank you!")</a:t>
            </a:r>
          </a:p>
          <a:p>
            <a:r>
              <a:rPr lang="en-US" altLang="en-US" sz="1000" b="1"/>
              <a:t>        break</a:t>
            </a:r>
          </a:p>
          <a:p>
            <a:endParaRPr lang="en-US" altLang="en-US" sz="1000" b="1"/>
          </a:p>
          <a:p>
            <a:r>
              <a:rPr lang="en-US" altLang="en-US" sz="1000" b="1"/>
              <a:t>    else:</a:t>
            </a:r>
          </a:p>
          <a:p>
            <a:r>
              <a:rPr lang="en-US" altLang="en-US" sz="1000" b="1"/>
              <a:t>        print("Invalid choice!")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228975" y="1379220"/>
            <a:ext cx="9525" cy="4348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927725" y="1379220"/>
            <a:ext cx="80010" cy="4238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777240"/>
            <a:ext cx="8138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nventory_graphical_repres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960120"/>
            <a:ext cx="782726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4023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Create a GitHub account for project version control.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Create a repository named “Inventory Stock Analysis System”.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Upload the Python source code and project documentation.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Use meaningful commit messages when making changes.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Use branches or pull requests when collaborating with others.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000000"/>
                </a:solidFill>
                <a:latin typeface="Arial" panose="020B0604020202020204"/>
              </a:defRPr>
            </a:pPr>
            <a:r>
              <a:t>• Track project updates and keep the final code version organized.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841248"/>
            <a:ext cx="81381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7589520" cy="4069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Problem Analysis – Identified the need for simple stock and sales tracking.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Array Design – Created lists for items, stock, sales, price and reorder levels.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Python Coding – Implemented the menu-driven inventory operations.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Testing – Checked inventory display, selling, restocking, alerts and summaries.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Documentation – Prepared the algorithm, flowchart, output and presentation.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000000"/>
                </a:solidFill>
                <a:latin typeface="Arial" panose="020B0604020202020204"/>
              </a:defRPr>
            </a:pPr>
            <a:r>
              <a:t>• Project Presentation – Organized the final project explanation using the supplied template.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960120"/>
            <a:ext cx="777240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D0777-4CB2-E72A-809A-EB388E97D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769" y="1411185"/>
            <a:ext cx="6776461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54480" y="3337560"/>
            <a:ext cx="60350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00200" y="3401568"/>
            <a:ext cx="5943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Times New Roman" panose="02020603050405020304"/>
              </a:rPr>
              <a:t>Inventory Stock Analysis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1260</Words>
  <Application>Microsoft Office PowerPoint</Application>
  <PresentationFormat>On-screen Show (4:3)</PresentationFormat>
  <Paragraphs>158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Vishesh Shrikhande</dc:creator>
  <dc:description>generated using python-pptx</dc:description>
  <cp:lastModifiedBy>Vishesh Shrikhande</cp:lastModifiedBy>
  <cp:revision>6</cp:revision>
  <dcterms:created xsi:type="dcterms:W3CDTF">2013-01-27T09:14:00Z</dcterms:created>
  <dcterms:modified xsi:type="dcterms:W3CDTF">2026-10-18T15:59:02Z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4518D409AC1A4B65BD9DD314C8ACDF88_13</vt:lpwstr>
  </property>
</Properties>
</file>